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0E7FF"/>
                </a:solidFill>
                <a:latin typeface="Calibri"/>
              </a:rPr>
              <a:t>ARCHITECTURE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 Light"/>
              </a:rPr>
              <a:t>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97316"/>
                </a:solidFill>
                <a:latin typeface="Calibri Light"/>
              </a:rPr>
              <a:t>sparks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0E7FF"/>
                </a:solidFill>
                <a:latin typeface="Calibri Light"/>
              </a:rPr>
              <a:t>Agentic harness for EQ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0E7FF"/>
                </a:solidFill>
                <a:latin typeface="Calibri"/>
              </a:rPr>
              <a:t>Phase 2 of the Agent Orchestration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0E7FF"/>
                </a:solidFill>
                <a:latin typeface="Calibri"/>
              </a:rPr>
              <a:t>Subhash Mahimaluri · Solution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"/>
              </a:rPr>
              <a:t>Built on GitHub Copilot · Microsoft 365 · 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EVIDENCE-BASED · MEASURED ON REFERENCE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630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 Light"/>
              </a:rPr>
              <a:t>Approved for nexus UI · 33 agents · 8 families · @nexus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4F46E5"/>
                </a:solidFill>
                <a:latin typeface="Calibri Light"/>
              </a:rPr>
              <a:t>3–5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AVG PBI →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7C3AED"/>
                </a:solidFill>
                <a:latin typeface="Calibri Light"/>
              </a:rPr>
              <a:t>70–80%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CLEAN-MERGE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383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59669"/>
                </a:solidFill>
                <a:latin typeface="Calibri Light"/>
              </a:rPr>
              <a:t>$0.13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PER PBI (API)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83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97316"/>
                </a:solidFill>
                <a:latin typeface="Calibri Light"/>
              </a:rPr>
              <a:t>24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MEASURED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7548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MEASURED · sparks REFERENCE IMPL · 24 PBI RUNS · 3–5 min avg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212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316"/>
                </a:solidFill>
                <a:latin typeface="Calibri"/>
              </a:rPr>
              <a:t>eq-sparks ADDS: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5778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Calibri Light"/>
              </a:rPr>
              <a:t>→ Autonomous mode (PBI tag → cloud PR)
→ spark-update tag (iterative refinement, same PR)
→ Flow 3 handoff (cloud → IDE, full context preserved)
→ Mandatory self-eval gate before any PR opens
→ Curated cross-run lessons (3-run gate)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Where we 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Approved baseline + the gap eq-sparks closes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3736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01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The three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317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Autonomous · IDE-assisted · Handoff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73736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01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3317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Four layers, Copilot-only stack, M365 bridge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20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ADO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862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spark-ready · spark-update · multi-repo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29184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4564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520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Phase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8862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Sprint 0 through Q3 multi-team rollout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291840"/>
            <a:ext cx="3657600" cy="12801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4564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Calibri Ligh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520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The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8862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Contributors, not hires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Where we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MEASURED · sparks REFERENCE IMPL · 24 PBI RUNS · 3–5 min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What's already proven for nexus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 Light"/>
              </a:rPr>
              <a:t>Agent Orchestration Architecture · 33 agents · 8 capability families · @nexus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6517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4F46E5"/>
                </a:solidFill>
                <a:latin typeface="Calibri Light"/>
              </a:rPr>
              <a:t>3–5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AVG PBI → 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94560"/>
            <a:ext cx="26517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7C3AED"/>
                </a:solidFill>
                <a:latin typeface="Calibri Light"/>
              </a:rPr>
              <a:t>70–80%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CLEAN-MERGE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26517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423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59669"/>
                </a:solidFill>
                <a:latin typeface="Calibri Light"/>
              </a:rPr>
              <a:t>$0.13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COST PER PBI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194560"/>
            <a:ext cx="26517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423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97316"/>
                </a:solidFill>
                <a:latin typeface="Calibri Light"/>
              </a:rPr>
              <a:t>24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MEASURED (6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34155"/>
                </a:solidFill>
                <a:latin typeface="Calibri"/>
              </a:rPr>
              <a:t>Benchmark detail (preserved baseline — eq-sparks builds on these)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108813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0682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3068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Before (manual)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3068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After (with @nexus)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068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44568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9943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PBI tag → PR opened (avg)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5994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2–4 hours 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5994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3–5 min 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9943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~30–80× faster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37176"/>
            <a:ext cx="1088136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Cost per PBI (LLM spend)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8920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n/a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8920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$0.11–$0.13 measured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8920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~250× cheaper than 30 min eng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29784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8464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Clean-merge rate (initial)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1846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n/a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1846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~20% measured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1846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Phase 1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422392"/>
            <a:ext cx="1088136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7725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Clean-merge rate (Phases 5–11)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5477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~20% initial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477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~70–80% measured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477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~2× lift in 6 days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715000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76986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Test pass rate (first attempt)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576986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n/a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76986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~85–92% measured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576986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Self-eval gates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007608"/>
            <a:ext cx="1088136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606247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Test coverage on new 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60624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~15% manual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60624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90%+ enforced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606247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Step-change (raised from 80%)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300216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3550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Security scanning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63550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Quarterly manual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63550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Every PR (auto)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63550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100% coverage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6592824"/>
            <a:ext cx="1088136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6476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Features per sprint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664768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3–4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664768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5–8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664768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60–100% more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6885432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694029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Token cost per feature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4760" y="69402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Baseline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60" y="69402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−65% via lazy + parallel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694029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65% reduction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WHAT'S MISSING DESPITE THE GOOD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The gap eq-sparks closes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1691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Harness adoption is opt-in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The approved architecture exists, but each team adopts it on their own pace. eq-sparks makes the harness mandatory and structural — not discipline-based.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No PBI-as-trigger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Today: dev must run @nexus in IDE. No way for a PBI tag in ADO to autonomously produce a PR for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No iterative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If a PBI description changes, there's no clean update path — devs re-run from scratch or open new PRs.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54864" cy="1691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No cloud → IDE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When an auto-generated PR needs polish, dev re-reads diff to recover the agent's reasoning. Reasoning lost.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47872"/>
            <a:ext cx="54864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No cross-run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Corrections live in merged diff. Future runs start cold. No compounding intelligence.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47872"/>
            <a:ext cx="54864" cy="1691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Multi-repo blindness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Architecture is single-repo. Multi-MFE / multi-service routing needs explicit support for spark-fe/spark-be/spark-bff/spark-qa.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CASE STUDY · OUR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Stripe Minions — the public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 Light"/>
              </a:rPr>
              <a:t>Verified numbers from Stripe Dev Blog · Steve Kaliski podcast · ByteByteGo (Feb–May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338328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>
                <a:solidFill>
                  <a:srgbClr val="4F46E5"/>
                </a:solidFill>
                <a:latin typeface="Calibri Light"/>
              </a:rPr>
              <a:t>1,300+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334155"/>
                </a:solidFill>
                <a:latin typeface="Calibri"/>
              </a:rPr>
              <a:t>PRS /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 Light"/>
              </a:rPr>
              <a:t>(from 1,000/wk · +30% in 2 wks)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148840"/>
            <a:ext cx="338328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377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>
                <a:solidFill>
                  <a:srgbClr val="059669"/>
                </a:solidFill>
                <a:latin typeface="Calibri Light"/>
              </a:rPr>
              <a:t>~70%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108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334155"/>
                </a:solidFill>
                <a:latin typeface="Calibri"/>
              </a:rPr>
              <a:t>MERGED WITH ZERO 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383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 Light"/>
              </a:rPr>
              <a:t>first-try success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148840"/>
            <a:ext cx="338328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377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>
                <a:solidFill>
                  <a:srgbClr val="F97316"/>
                </a:solidFill>
                <a:latin typeface="Calibri Light"/>
              </a:rPr>
              <a:t>~30%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08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334155"/>
                </a:solidFill>
                <a:latin typeface="Calibri"/>
              </a:rPr>
              <a:t>REQUIRE 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383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 Light"/>
              </a:rPr>
              <a:t>"often finishable in ~20 min"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STRIPE'S JOURNEY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33832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3383280" cy="320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Focused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Bug-fixer, test-author, doc-updater. Narrow specialists, no unified harness yet.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937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 Light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434840"/>
            <a:ext cx="33832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434840"/>
            <a:ext cx="338328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Early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46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Harness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Blueprint architecture: shared skills, memory, declarative routing, pre-merge gates. Volume hits 4 digits/week.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937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 Light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434840"/>
            <a:ext cx="33832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434840"/>
            <a:ext cx="3383280" cy="320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846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Steady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1,300+ PRs/wk · 70% merge first-try · 30% polish · explicit rejection rate not publicly disclosed.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 Light"/>
              </a:rPr>
              <a:t>Sources: stripe.dev/blog · @stripe Twitter · Lenny's Newsletter (Steve Kaliski) · ByteByteGo · Hacker News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CASE STUDY · WHAT STRIPE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The Blueprint pattern: deterministic + agentic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 Light"/>
              </a:rPr>
              <a:t>Stripe's key insight — the agent is almost a commodity. The HARNESS around it is the magic.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03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03520" cy="548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DETERMINISTIC NODES (~60–70%)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Predictable, verifiable — written in Python/TS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Pre-flight checks, 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38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Context fetching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387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ADO PBI, Figma design, file contents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Formatting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31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Lint, prettier, code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Path/budget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23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Hard constraints before tool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16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PR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165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Branch, commit, push, open 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•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09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JSONL events, metrics, 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303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103120"/>
            <a:ext cx="5303520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AGENTIC NODES (~30–40%)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 Light"/>
              </a:rPr>
              <a:t>Where reasoning matters — LLM-powered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Decide which files to touch, in what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38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Code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5387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Write the actual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313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Test authoring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831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Generate test cases for new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1239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Self-evaluation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23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Verify diff meets acceptance criteria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16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Failure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165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Diagnose why a step 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09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• Lesson distillation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709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Extract patterns from corrections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532120"/>
            <a:ext cx="10927080" cy="86868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THE STRIPE LESSON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Calibri Light"/>
              </a:rPr>
              <a:t>LLM-only pipelines are unreliable. Deterministic-only pipelines can't adapt. The 60/40 hybrid is what gives Stripe both reliability AND flexibility.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CASE STUDY · APPLIED TO 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What we adopt from Stripe · what we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Calibri"/>
              </a:rPr>
              <a:t>ADOPTED FROM STRIPE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Narrow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One agent = one responsibility (UI builder, test author, security scanner). Not general-purpose.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Pre-merge human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278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Agents propose, humans approve. PR is always the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307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Tag-based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ADO tag (we use spark-ready) plays the same role as Stripe's Slack emoji.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07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Hybrid blueprint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82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60–70% deterministic Python/TS · 30–40% Copilot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1208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1208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85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Profile narrowing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UI agents only do UI. QA agents only do QA. Just like Stripe's narrow minions.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WHAT eq-sparks IMPROVES ON STRIPE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176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Cloud → IDE handoff (Flow 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505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Stripe loses agent reasoning at IDE boundary. We carry scratchpad + self-eval + MCP context forward.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8036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880360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53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Iterative update (spark-update)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278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Stripe pattern is fire-and-forget. We support iterative refinement on the same PR branch.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5760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657600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7307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Mandatory self-eval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05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Stripe doesn't disclose self-eval. We make it mandatory — no PR opens failing its own AC.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43484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434840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507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Curated lessons.md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82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Stripe's memory is private. Ours is open in the repo, 3-run gate, PR-reviewed.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212080"/>
            <a:ext cx="539496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212080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85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Open telemetry schema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595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Stripe's metrics are internal. Our JSONL schema is documented; sinks are pluggable.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989320"/>
            <a:ext cx="10927080" cy="5029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0E7FF"/>
                </a:solidFill>
                <a:latin typeface="Calibri"/>
              </a:rPr>
              <a:t>REALISTIC EQ SCALE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 Light"/>
              </a:rPr>
              <a:t>Stripe is ~7,000 engineers → 1,300 PRs/wk. EQ realistic target: 50–150 PRs/wk across enrolled teams, same ~70% first-try merge rate.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MEASURED · sparks REFERENCE IMPL · 24 RUNS · 6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From 20% → 70–80% clean-merge in 6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The reference implementation hit 20% on first batch. Phases 5-11 each added one lever — the journey transfers directly to EQ.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73152" cy="1645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Calibri"/>
              </a:rPr>
              <a:t>Phase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Decision-making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LLM resolves PBI ambiguities BEFORE codegen.
Eliminates ~80% of vague-PBI failures.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C3AED"/>
                </a:solidFill>
                <a:latin typeface="Calibri"/>
              </a:rPr>
              <a:t>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500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Auto-fix retry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ONE repair attempt with failure tail +
anti-regression rules. ~10% → ~25–30%.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73152" cy="1645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97316"/>
                </a:solidFill>
                <a:latin typeface="Calibri"/>
              </a:rPr>
              <a:t>Phase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500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Intent-aware self-eval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432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Per-AC verdict: PASS / FAIL / NOT_VERIFIABLE.
Killed 71% literal-fail-intent-satisfied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76472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76472"/>
            <a:ext cx="73152" cy="1645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59669"/>
                </a:solidFill>
                <a:latin typeface="Calibri"/>
              </a:rPr>
              <a:t>Phase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UX guidelines + 6th 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5371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ux-guidelines/SKILL.md in codegen brief;
post-codegen reviewer-ux lens grades UX.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776472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776472"/>
            <a:ext cx="73152" cy="16459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B2777"/>
                </a:solidFill>
                <a:latin typeface="Calibri"/>
              </a:rPr>
              <a:t>Phase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Hard-constraint 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5371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LLM extracts literal AC rules as JSONL;
bash validator greps for each → file:line violations.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76472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776472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7706"/>
                </a:solidFill>
                <a:latin typeface="Calibri"/>
              </a:rPr>
              <a:t>Phase 10+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Self-learning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55371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Curated lessons.md (3-run gate).
Every future run reads them at session start.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86400"/>
            <a:ext cx="1092708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59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FUTURE LEVER · MODEL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338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Today: Gemini 3.1 Pro (codegen) + Gemini 2.5 Flash (eval) on reference impl. EQ deployment uses Copilot CCA. Both runtimes can upgrade — Claude Sonnet/Haiku/Opus for harder PBIs at higher cost. Lesson loop compounds quality regardless of which runtime executes.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00800"/>
            <a:ext cx="10927080" cy="3657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4648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levers transfer to EQ deployment. Reference impl is the proof; Copilot CCA is the EQ runtime; the journey is the same.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The three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ONE HARNESS · THREE LIFECYCLE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Three flows, one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65760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FLOW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 Light"/>
              </a:rPr>
              <a:t>Autonomous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Phase 2 — after CCA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ADO PBI tagged spark-ready or spark-update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GitHub Copilot CCA in cloud 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Org CCA quota 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PR + run artifacts + telemetry comment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DISTINCTIVE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~5–10 min target · no dev present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73736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737360"/>
            <a:ext cx="3657600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810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FLOW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029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 Light"/>
              </a:rPr>
              <a:t>IDE-assisted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Calibri"/>
              </a:rPr>
              <a:t>Phase 1 — Sprint 0, available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27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Dev invokes @ui-feature-orchestrator PBI 12345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520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216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GitHub Copilot in IDE (personal seat)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159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$0 incremental — seats already paid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709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9103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PR via dev's git 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DISTINCTIVE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5046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Full IDE controls (debugger, terminal)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73736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737360"/>
            <a:ext cx="365760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10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FLOW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029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 Light"/>
              </a:rPr>
              <a:t>Handoff +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3AED"/>
                </a:solidFill>
                <a:latin typeface="Calibri"/>
              </a:rPr>
              <a:t>Phase 2 — the differentiator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TRIGGER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127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Cloud PR fails self-eval or needs polish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520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RUNTIME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7216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IDE Copilot + cloud artifacts pre-loaded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$0 incremental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4709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9103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Continued PR · curated lessons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4A3B8"/>
                </a:solidFill>
                <a:latin typeface="Calibri"/>
              </a:rPr>
              <a:t>DISTINCTIVE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55046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Calibri Light"/>
              </a:rPr>
              <a:t>Agent reasoning preserved across boundary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SDLC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Where eq-sparks fits in 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 Light"/>
              </a:rPr>
              <a:t>Same SDLC lifecycle as the Nexus baseline — eq-sparks adds the PBI-as-trigger entry point alongside @nexus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34155"/>
                </a:solidFill>
                <a:latin typeface="Calibri"/>
              </a:rPr>
              <a:t>Grooming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7935" y="310896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4239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4239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PBI tag
spark-ready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9887" y="310896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6191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6191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34155"/>
                </a:solidFill>
                <a:latin typeface="Calibri"/>
              </a:rPr>
              <a:t>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1839" y="310896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CCA / @nexus
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3791" y="310896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0095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0095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34155"/>
                </a:solidFill>
                <a:latin typeface="Calibri"/>
              </a:rPr>
              <a:t>PR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5743" y="310896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2047" y="2743200"/>
            <a:ext cx="1737360" cy="100584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2047" y="30175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AT THE TRIGGER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5394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09160"/>
            <a:ext cx="54864" cy="1645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737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ADO PBI tagged spark-ready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Power Automate fires · GitHub Issue created · assigned to @copilot · CCA reads harness · plans · implements · runs self-eval · opens PR (all without dev present)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709160"/>
            <a:ext cx="5394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70916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8737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Or: dev runs @nexus in 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578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Same harness, same skills, same guardrails · dev controls each step with full IDE access · same self-eval gate before opening 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FOUR LAYERS, ONE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91440" cy="10972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4155"/>
                </a:solidFill>
                <a:latin typeface="Calibri"/>
              </a:rPr>
              <a:t>LAYER 4 — HUMAN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4155"/>
                </a:solidFill>
                <a:latin typeface="Calibri Light"/>
              </a:rPr>
              <a:t>YOU: tag PBI · review PR · distill lessons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98648"/>
            <a:ext cx="10881360" cy="109728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98648"/>
            <a:ext cx="91440" cy="10972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LAYER 3 — WORK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4155"/>
                </a:solidFill>
                <a:latin typeface="Calibri Light"/>
              </a:rPr>
              <a:t>Azure DevOps ↔ GitHub (PBI ↔ PR auto-linked)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05656"/>
            <a:ext cx="10881360" cy="109728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05656"/>
            <a:ext cx="91440" cy="1097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Calibri"/>
              </a:rPr>
              <a:t>LAYER 2 — DISPATCHER &amp;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4155"/>
                </a:solidFill>
                <a:latin typeface="Calibri Light"/>
              </a:rPr>
              <a:t>Power Automate · GitHub Actions · eq-sparks harness (Karpathy + Skills + Orchestrators + Guardrails)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12664"/>
            <a:ext cx="10881360" cy="1097280"/>
          </a:xfrm>
          <a:prstGeom prst="rect">
            <a:avLst/>
          </a:prstGeom>
          <a:solidFill>
            <a:srgbClr val="F5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12664"/>
            <a:ext cx="91440" cy="1097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772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316"/>
                </a:solidFill>
                <a:latin typeface="Calibri"/>
              </a:rPr>
              <a:t>LAYER 1 —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1558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4155"/>
                </a:solidFill>
                <a:latin typeface="Calibri Light"/>
              </a:rPr>
              <a:t>GitHub Copilot Enterprise: CCA (autonomous) + Personal Seats (IDE)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Reference implementation: github.com/subhashmahimaluri/sparks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APPROVED 4-FOLDER STRUCTURE · PRESERVED EXACTLY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Folder structure — approved 4 + new harness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Consuming repos see the SAME 4 folders devs were already approved to use. Harness folders live inside eq-sparks only.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0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APPROVED 4-FOLDER STRUCTURE — PRESERVED UNCHANGED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Consolas"/>
              </a:rPr>
              <a:t>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Composable verbs the agents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84448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758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Consolas"/>
              </a:rPr>
              <a:t>agents/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95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33 narrow specialist definitions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425696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171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Consolas"/>
              </a:rPr>
              <a:t>instructions/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371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Inherited priors (Karpathy 4, project context)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66944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5838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Consolas"/>
              </a:rPr>
              <a:t>guardrails/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7842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Non-negotiable rails (path · budget · safety)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01168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011680"/>
            <a:ext cx="548640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21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NEW HARNESS FOLDERS — INSIDE eq-sparks REPO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606040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79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integrations/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26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MCP servers + REST clients (ADO, Figma, NR, AWS)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72968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orchestrators/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93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Per-profile routing (ui · qa · bff · backend)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739896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813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memory/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599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Scratchpad + curated lessons.md (3-run gate)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306824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799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telemetry/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268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JSONL schema + pluggable sinks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873752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9469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adapters/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937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Per-IDE renderers (Copilot today; others future-ready)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440680"/>
            <a:ext cx="51206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cli/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Calibri Light"/>
              </a:rPr>
              <a:t>eq-sparks-sync · eq-sparks-resume · eq-sparks-lesson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263640"/>
            <a:ext cx="10927080" cy="4572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3733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Devs in consuming repos see ONLY the approved 4 folders. No relearning. The harness lives inside eq-sparks and serves them transparently.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ZERO NEW VENDORS · ZERO NEW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Why Copilot-only is a major architectural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Zero vendor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No external LLM API contract. No security review beyond Copilot.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Inside Microsoft trust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GitHub + M365 + Azure — all already approved at EQ.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56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Predictable cost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Phase 1: $0 incremental. Phase 2: known CCA quota pack pricing.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Automatic model upgrades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When Copilot improves, eq-sparks improves. No code change.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47872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Familiar dev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Devs already use Copilot daily — Custom Agents is a natural extension.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47872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47872"/>
            <a:ext cx="54864" cy="1691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124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Copilot-first, IDE-extensible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965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EQ standardizes on Copilot org-wide today. Adapter pattern keeps the harness IDE-neutral for future.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ADO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ADO TAG → POWER AUTOMATE → COPILOT CCA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Two tags, one PR per PBI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94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9496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spark-ready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INITIAL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Calibri Light"/>
              </a:rPr>
              <a:t>Creates new branch spark/&lt;spark_type&gt;/&lt;pbi-slug&gt;-... · opens new PR · self-eval runs · PR body shows VERDICT + evidence quoted from diff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394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39496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spark-update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UPDATE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803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Calibri Light"/>
              </a:rPr>
              <a:t>Power Automate sets update_mode=true · workflow finds existing PR by branch-prefix match · checks out SAME branch · runs agent with UPDATED PBI · pushes commits · comments on existing PR (NO second PR opened)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338CA"/>
                </a:solidFill>
                <a:latin typeface="Calibri"/>
              </a:rPr>
              <a:t>UPDATE GESTURE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alibri Light"/>
              </a:rPr>
              <a:t>Remove spark-update tag + re-add it = one update run. Each toggle = one fresh agent pass on the SAME PR.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 Light"/>
              </a:rPr>
              <a:t>Why this matters: "one PBI = one PR" stays true. No merge confusion. PBI-to-PR link integrity preserved. PM/dev can iterate on PBI description and trigger fresh runs cleanly.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PHASE 3 · MULTI-REPO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Tag-based routing across EQ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6858000" cy="2468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675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REPO_ROUTING = {
  "spark-fe":  {"repo": "eq-org/nexus-ui",      "profile": "ui"},
  "spark-be":  {"repo": "eq-org/nexus-backend", "profile": "backend"},
  "spark-bff": {"repo": "eq-org/nexus-bff",     "profile": "bff"},
  "spark-qa":  {"repo": "eq-org/nexus-qa",      "profile": "qa"}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ROUTING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057400"/>
            <a:ext cx="4114800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1305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spark-fe + spark-ready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14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new PR on eq-org/nexus-ui (ui profile)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71800"/>
            <a:ext cx="4114800" cy="36576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30449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spark-bff + spark-update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29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updates existing PR on eq-org/nexus-bff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886200"/>
            <a:ext cx="4114800" cy="3657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9593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spark-qa + spark-ready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343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new PR on eq-org/nexus-qa (qa profile)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800600"/>
            <a:ext cx="4114800" cy="36576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48737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spark-be + spark-update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257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updates existing PR on eq-org/nexus-backend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WHY ROUTE BY TAG, NOT BY ADO AREA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4155"/>
                </a:solidFill>
                <a:latin typeface="Calibri Light"/>
              </a:rPr>
              <a:t>• PBIs spanning multiple repos (e.g. UI + BFF) — tags let the PM declare intent explicitly
• ADO area paths drift over time as team boundaries shift — tags stay stable on the PBI
• Tags compose naturally with spark-update for iterative refinement across repos
• Cross-repo PBI ↔ PR auto-linking works natively — no custom dashboard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Phase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BUILD INCREMENTALLY · NO BIG-BANG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Phase plan — Sprint 0 to Q3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645920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 Light"/>
              </a:rPr>
              <a:t>Sprint 0 →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$0 INCREMENTAL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87452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IDE-assisted (existing seats)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Calibri Light"/>
              </a:rPr>
              <a:t>nexus UI integrated · multi-IDE adapters · CCA enablement requested · UAT defects via IDE-assisted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164592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 Light"/>
              </a:rPr>
              <a:t>Sprint 4 →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CCA QUOTA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5468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Hybrid autonomous +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2044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Calibri Light"/>
              </a:rPr>
              <a:t>CCA enablement lands · Dependency + Repair + Incident Sparks autonomous · 50+ PRs/week steady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1645920" cy="1143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 Light"/>
              </a:rPr>
              <a:t>Q3+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VOLUME-SIZED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3484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Multi-repo +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80060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Calibri Light"/>
              </a:rPr>
              <a:t>Routing live (spark-fe / be / bff / qa) · BFF profile (ASP.NET) · Backend profile (.NET microservices) · spark-update across all profiles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2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645920" cy="1143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 Light"/>
              </a:rPr>
              <a:t>Q4+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093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71500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Operational maturity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608076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Calibri Light"/>
              </a:rPr>
              <a:t>Webhook telemetry sink centralized · lesson auto-suggestion · budget tiers per PBI label · cross-team lesson federation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Adoption curve: modern AI-era teams ramp in 1–2 months, not the 12–18 months we used to plan for. The bottleneck isn't learning — it's harness discipline.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PRESERVED BASELINE + AUTONOMOUS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Benchmarks: baseline (measured) + Phase 2 (forecast)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83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Phase 1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83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Phase 2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83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After lesson loop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7830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Stripe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PBI → PR avg (measured/proj)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48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~15 min (full 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48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~5–10 min (Copilot CCA proj)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48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~5–8 min (MFE)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148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3–5 min (ref impl 24 runs)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23160"/>
            <a:ext cx="1088136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Clean-merge rate at maturity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514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n/a (different mode)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**50–70%** (proj)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**70–80%** (proj)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5146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70–80% measured · 92%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Test coverage on new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90%+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880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90%+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880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90%+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90%+ measured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Security scan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100% PRs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100% PRs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100% PRs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100% measured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Test pass rate (first try)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3611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n/a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611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80–90% proj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611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90%+ proj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611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~85–92% measured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977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Cost per PBI (LLM/CCA)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3977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$0 seat-amortized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3977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CCA quota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977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CCA quota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3977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$0.11–$0.13 measured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Closed (rejected)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3434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n/a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343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10–15% proj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343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5–10% proj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3434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~10% measured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709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No-edit merge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23360" y="4709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n/a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4709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40–55%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4709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70–80%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4709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~70%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Polish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0" y="5074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59669"/>
                </a:solidFill>
                <a:latin typeface="Calibri"/>
              </a:rPr>
              <a:t>n/a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72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30–40%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Calibri"/>
              </a:rPr>
              <a:t>15–20%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5074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~30%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Calibri"/>
              </a:rPr>
              <a:t>MEASURED (baseline preserved)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3AED"/>
                </a:solidFill>
                <a:latin typeface="Calibri"/>
              </a:rPr>
              <a:t>FORECAST (will be replaced with measured numbers each sprint)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WHY WE EXPECT TO CONVERGE TOWARD STRIPE'S RANGE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Calibri Light"/>
              </a:rPr>
              <a:t>1. Self-eval gate — mandatory before submission · 2. Lesson loop — every correction becomes an inheritable rule · 3. Profile narrowing — UI agents only do UI, just like Stripe's narrow minions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BEYOND PHASE 2 · BIDIRECTIONAL WEBHOOK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Future state — eq-sparks as the central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 Light"/>
              </a:rPr>
              <a:t>All complexity inside eq-sparks · consumer repos stay simple · every system EQ uses becomes a Spark trigger or receiver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Microsoft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Already deployed at 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outgoing webhook from a Teams channel ('@eq-sparks fix the date picker')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← Status: Adaptive Cards with PR previews, Spark completion, failure alerts, weekly digest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← Ops: dedicated #eq-sparks-activity channel as live operations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3AED"/>
                </a:solidFill>
                <a:latin typeface="Calibri"/>
              </a:rPr>
              <a:t>Design-to-code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33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file update / library publish webhook → Design Spark scaffolds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comment-on-design → spawn ADO ticket linked to design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64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← Status: implementation status posted back as a Figma comment on the 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New Relic / 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Incident-to-fix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19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alert workflow webhook → Incident Spark drafts revert/hotfix PR for on-call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CWV regression → Performance Spark · error spike → Bug Spark with stack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← Status: Spark run metrics → New Relic custom events for dashboarding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1148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114800"/>
            <a:ext cx="73152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51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AWS / Cloud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Calibri"/>
              </a:rPr>
              <a:t>Infrastructure-aware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19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EventBridge / SNS webhook → Spark from any AWS lifecycle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85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→ Trigger: S3 upload / Lambda error → Asset Spark / Incident Spark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50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75569"/>
                </a:solidFill>
                <a:latin typeface="Calibri Light"/>
              </a:rPr>
              <a:t>← Status: Spark completion can call back to Lambda, write S3, trigger downstream automation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263640"/>
            <a:ext cx="10927080" cy="5029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3733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Same harness · every channel · single source of truth for AI-driven engineering at 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 Light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E7FF"/>
                </a:solidFill>
                <a:latin typeface="Calibri Light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NOT HIRING — LEVERAGING EXISTING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The ask: 5–6 contributors, few hours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CONTRIBUTOR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73152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Harness lead (architect)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Solution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Part of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7315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UI contributor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nexus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97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3AED"/>
                </a:solidFill>
                <a:latin typeface="Calibri"/>
              </a:rPr>
              <a:t>3–5 hrs/wk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0896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7315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UI contributor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200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nexus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3AED"/>
                </a:solidFill>
                <a:latin typeface="Calibri"/>
              </a:rPr>
              <a:t>3–5 hrs/wk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11880"/>
            <a:ext cx="73152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QA contributor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03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nexus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7033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Calibri"/>
              </a:rPr>
              <a:t>3–5 hrs/wk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1480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114800"/>
            <a:ext cx="73152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062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BE/BFF contributor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206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97316"/>
                </a:solidFill>
                <a:latin typeface="Calibri"/>
              </a:rPr>
              <a:t>2–3 hrs/wk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17720"/>
            <a:ext cx="5577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17720"/>
            <a:ext cx="73152" cy="4572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09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DevOps contributor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709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Platform / SRE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7091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B2777"/>
                </a:solidFill>
                <a:latin typeface="Calibri"/>
              </a:rPr>
              <a:t>2–3 hrs/wk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WHY CONTRIBUTORS BEAT HIRING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21579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Hire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Contributors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2542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F172A"/>
                </a:solidFill>
                <a:latin typeface="Calibri"/>
              </a:rPr>
              <a:t>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C2626"/>
                </a:solidFill>
                <a:latin typeface="Calibri"/>
              </a:rPr>
              <a:t>New FTE budget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59669"/>
                </a:solidFill>
                <a:latin typeface="Calibri"/>
              </a:rPr>
              <a:t>$0 additional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2999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F172A"/>
                </a:solidFill>
                <a:latin typeface="Calibri"/>
              </a:rPr>
              <a:t>Time-to-start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2999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C2626"/>
                </a:solidFill>
                <a:latin typeface="Calibri"/>
              </a:rPr>
              <a:t>6–12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2999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59669"/>
                </a:solidFill>
                <a:latin typeface="Calibri"/>
              </a:rPr>
              <a:t>Sprint 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34564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F172A"/>
                </a:solidFill>
                <a:latin typeface="Calibri"/>
              </a:rPr>
              <a:t>EQ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C2626"/>
                </a:solidFill>
                <a:latin typeface="Calibri"/>
              </a:rPr>
              <a:t>Learn from scratch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59669"/>
                </a:solidFill>
                <a:latin typeface="Calibri"/>
              </a:rPr>
              <a:t>Already know 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39136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F172A"/>
                </a:solidFill>
                <a:latin typeface="Calibri"/>
              </a:rPr>
              <a:t>Adoption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8431" y="3913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C2626"/>
                </a:solidFill>
                <a:latin typeface="Calibri"/>
              </a:rPr>
              <a:t>Sell to other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3913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59669"/>
                </a:solidFill>
                <a:latin typeface="Calibri"/>
              </a:rPr>
              <a:t>They ARE the teams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43708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F172A"/>
                </a:solidFill>
                <a:latin typeface="Calibri"/>
              </a:rPr>
              <a:t>Risk if pause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8431" y="4370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C2626"/>
                </a:solidFill>
                <a:latin typeface="Calibri"/>
              </a:rPr>
              <a:t>Team stranded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57232" y="4370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59669"/>
                </a:solidFill>
                <a:latin typeface="Calibri"/>
              </a:rPr>
              <a:t>Return to normal work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Without these contributors, eq-sparks becomes a side project nobody owns and dies in Month 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WHAT WE NEED FROM THIS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Approvals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91440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eq-sparks repo + GitHub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When: Sprint 0 · Who: Engineering leadership + GitHub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938528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READY TO APPROVE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91440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Power Automate Flow + GitHub 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When: Sprint 0 · Who: M365 admin + security (lightweight — existing M365 license)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944368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READY TO APPROVE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91440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Contributor time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When: Sprint 0 · Who: Respective team leads (5–6 × 3–5 hrs/week)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950208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READY TO APPROVE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0916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9144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Copilot CCA enablement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When: Sprint 3 request → Sprint 4 target · Who: Copilot admin + engineering leadership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956048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PHASE 2 UNLOCK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1500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715000"/>
            <a:ext cx="9144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Multi-team rollout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217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 Light"/>
              </a:rPr>
              <a:t>When: Sprint 4+ · Who: Engineering leadership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5961888"/>
            <a:ext cx="3657600" cy="36576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AFTER PILOT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No external LLM vendor approval. No new security review beyond what Copilot Enterprise + M365 already passed.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Calibri"/>
              </a:rPr>
              <a:t>ONE PAGE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172A"/>
                </a:solidFill>
                <a:latin typeface="Calibri Light"/>
              </a:rPr>
              <a:t>eq-sparks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Phase 2 of the Agent Orchestration Architecture already approved for nexus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4864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Phase 1: $0 incremental · Phase 2: CCA quota only (sized to actual volume)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19272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838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6791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5–6 contributors from existing teams (3–5 hrs/week each) — no new hires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319272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319272"/>
            <a:ext cx="54864" cy="1463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838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delivers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6791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PBI → reviewed PR · harness-enforced 90% test coverage · scaffold speedup preserved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46904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46904"/>
            <a:ext cx="54864" cy="14630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prevents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95544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Vibe coding tech debt across teams · structural harness, not optional discipline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46904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946904"/>
            <a:ext cx="54864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What it scales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95544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Calibri Light"/>
              </a:rPr>
              <a:t>nexus UI → multi-repo (FE/BE/BFF/QA) → Stripe-Minions-equivalent operation at EQ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Repo: github.com/subhashmahimaluri/sparks  ·  Architect: Subhash Mahimaluri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eq-sparks · Architecture Proposal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 Light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QUESTIONS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0E7FF"/>
                </a:solidFill>
                <a:latin typeface="Calibri"/>
              </a:rPr>
              <a:t>Reference implementation · github.com/subhashmahimaluri/sparks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0E7FF"/>
                </a:solidFill>
                <a:latin typeface="Calibri"/>
              </a:rPr>
              <a:t>Architecture deep-dive · ARCHITECTURE.pdf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0E7FF"/>
                </a:solidFill>
                <a:latin typeface="Calibri"/>
              </a:rPr>
              <a:t>Subhash Mahimaluri · Solution Architect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